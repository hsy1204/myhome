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3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8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F049F9-F43E-4546-8661-6C530D413B1A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50EB8D-DB36-4FF0-8679-A8339BD2F3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3856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2F4BF-A4FA-4FF8-8A41-35226F1C2B3E}" type="datetime1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D8114-1A45-4514-8917-FDD1176F6A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5433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48581-37FA-4F9B-B198-BA71A19FDFB4}" type="datetime1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D8114-1A45-4514-8917-FDD1176F6A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3847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05475-778E-4407-8781-42473C13EA1E}" type="datetime1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D8114-1A45-4514-8917-FDD1176F6A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1299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9DED5-93CE-4A4D-AD08-EAA09CD735AB}" type="datetime1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D8114-1A45-4514-8917-FDD1176F6A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632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B5C67-C1E1-4C1D-9C22-334DFD3C3451}" type="datetime1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D8114-1A45-4514-8917-FDD1176F6A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182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AAA24-F63D-47EB-BE73-CE4E2F320753}" type="datetime1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D8114-1A45-4514-8917-FDD1176F6A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7893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8D8E5-565D-4AA2-A30B-B40333FAFCBD}" type="datetime1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D8114-1A45-4514-8917-FDD1176F6A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3413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983C1-69AF-4E13-AE03-EB8E162D8C15}" type="datetime1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D8114-1A45-4514-8917-FDD1176F6A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6398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D6506-6B00-4785-9450-83EAC749BF95}" type="datetime1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D8114-1A45-4514-8917-FDD1176F6A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9208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0A52F-A819-466C-8FC6-6A6D871F356C}" type="datetime1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D8114-1A45-4514-8917-FDD1176F6A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547330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0A52F-A819-466C-8FC6-6A6D871F356C}" type="datetime1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D8114-1A45-4514-8917-FDD1176F6A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273205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0A52F-A819-466C-8FC6-6A6D871F356C}" type="datetime1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D8114-1A45-4514-8917-FDD1176F6A3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53027126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0A52F-A819-466C-8FC6-6A6D871F356C}" type="datetime1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D8114-1A45-4514-8917-FDD1176F6A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938976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0A52F-A819-466C-8FC6-6A6D871F356C}" type="datetime1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D8114-1A45-4514-8917-FDD1176F6A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320668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0A52F-A819-466C-8FC6-6A6D871F356C}" type="datetime1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D8114-1A45-4514-8917-FDD1176F6A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130719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0BB8-42C0-41C5-9CF2-C2D2DEEEE5E6}" type="datetime1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D8114-1A45-4514-8917-FDD1176F6A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46551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FE479-B8E4-4780-9B31-5169BC5D2A2C}" type="datetime1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D8114-1A45-4514-8917-FDD1176F6A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0476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970A52F-A819-466C-8FC6-6A6D871F356C}" type="datetime1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BD8114-1A45-4514-8917-FDD1176F6A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57560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457200" rtl="0" eaLnBrk="1" latinLnBrk="1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hkdkjyhsy@gmail.com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A31570-DEC0-BE5F-BF99-14579B618C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전공인턴쉽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06948B-4F04-490B-7961-66DAB93404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/>
              <a:t>대송고등학교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 err="1"/>
              <a:t>황소윤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D9753D-3130-75CE-8110-6D33385D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D8114-1A45-4514-8917-FDD1176F6A3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0994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DD08BD-DDEF-CB14-0D41-69B30B0FF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차례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76C987-2769-8BD0-1054-BA6EBF0D0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일차 </a:t>
            </a:r>
            <a:r>
              <a:rPr lang="en-US" altLang="ko-KR" dirty="0"/>
              <a:t>: </a:t>
            </a:r>
            <a:r>
              <a:rPr lang="ko-KR" altLang="en-US" dirty="0"/>
              <a:t>네트워크</a:t>
            </a:r>
            <a:endParaRPr lang="en-US" altLang="ko-KR" dirty="0"/>
          </a:p>
          <a:p>
            <a:r>
              <a:rPr lang="en-US" altLang="ko-KR" dirty="0"/>
              <a:t>2</a:t>
            </a:r>
            <a:r>
              <a:rPr lang="ko-KR" altLang="en-US" dirty="0"/>
              <a:t>일차 </a:t>
            </a:r>
            <a:r>
              <a:rPr lang="en-US" altLang="ko-KR" dirty="0"/>
              <a:t>: </a:t>
            </a:r>
            <a:r>
              <a:rPr lang="ko-KR" altLang="en-US" dirty="0" err="1"/>
              <a:t>바이브</a:t>
            </a:r>
            <a:r>
              <a:rPr lang="ko-KR" altLang="en-US" dirty="0"/>
              <a:t> 코딩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11F015-0B2B-4F77-2F00-026679DE1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D8114-1A45-4514-8917-FDD1176F6A3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275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3CB969-93FB-BD26-1824-7F91099CF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0. </a:t>
            </a:r>
            <a:r>
              <a:rPr lang="ko-KR" altLang="en-US" dirty="0"/>
              <a:t>준비 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68D8FC-8C3C-55E3-D578-45057E9DF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1. </a:t>
            </a:r>
            <a:r>
              <a:rPr lang="ko-KR" altLang="en-US" b="1" dirty="0" err="1"/>
              <a:t>영타</a:t>
            </a:r>
            <a:r>
              <a:rPr lang="ko-KR" altLang="en-US" b="1" dirty="0"/>
              <a:t> </a:t>
            </a:r>
            <a:r>
              <a:rPr lang="en-US" altLang="ko-KR" b="1" dirty="0"/>
              <a:t>(150</a:t>
            </a:r>
            <a:r>
              <a:rPr lang="ko-KR" altLang="en-US" b="1" dirty="0"/>
              <a:t>타 이상 </a:t>
            </a:r>
            <a:r>
              <a:rPr lang="en-US" altLang="ko-KR" b="1" dirty="0"/>
              <a:t>: </a:t>
            </a:r>
            <a:r>
              <a:rPr lang="ko-KR" altLang="en-US" b="1" dirty="0"/>
              <a:t>안 보고 치는 정도</a:t>
            </a:r>
            <a:r>
              <a:rPr lang="en-US" altLang="ko-KR" b="1" dirty="0"/>
              <a:t>)</a:t>
            </a:r>
          </a:p>
          <a:p>
            <a:pPr>
              <a:buFontTx/>
              <a:buChar char="-"/>
            </a:pPr>
            <a:r>
              <a:rPr lang="en-US" altLang="ko-KR" dirty="0"/>
              <a:t>I love you, Do you love me?</a:t>
            </a:r>
          </a:p>
          <a:p>
            <a:r>
              <a:rPr lang="en-US" altLang="ko-KR" b="1" dirty="0"/>
              <a:t>2. </a:t>
            </a:r>
            <a:r>
              <a:rPr lang="ko-KR" altLang="en-US" b="1" dirty="0"/>
              <a:t>기본 수학 지식</a:t>
            </a:r>
            <a:endParaRPr lang="en-US" altLang="ko-KR" b="1" dirty="0"/>
          </a:p>
          <a:p>
            <a:pPr>
              <a:buFontTx/>
              <a:buChar char="-"/>
            </a:pPr>
            <a:r>
              <a:rPr lang="ko-KR" altLang="en-US" dirty="0"/>
              <a:t>중학교 정도</a:t>
            </a:r>
            <a:endParaRPr lang="en-US" altLang="ko-KR" dirty="0"/>
          </a:p>
          <a:p>
            <a:pPr>
              <a:buFontTx/>
              <a:buChar char="-"/>
            </a:pPr>
            <a:r>
              <a:rPr lang="ko-KR" altLang="en-US" dirty="0"/>
              <a:t>논리적으로 생각할 줄 아는 능력</a:t>
            </a:r>
            <a:endParaRPr lang="en-US" altLang="ko-KR" dirty="0"/>
          </a:p>
          <a:p>
            <a:pPr>
              <a:buFontTx/>
              <a:buChar char="-"/>
            </a:pPr>
            <a:r>
              <a:rPr lang="ko-KR" altLang="en-US" dirty="0"/>
              <a:t>이산 수학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E5154A-3084-BE83-776C-2A89A5A12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D8114-1A45-4514-8917-FDD1176F6A3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1204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DB4F50-1B59-DD0C-AD8F-D0B711ED7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자연어 </a:t>
            </a:r>
            <a:r>
              <a:rPr lang="en-US" altLang="ko-KR" dirty="0"/>
              <a:t>vs </a:t>
            </a:r>
            <a:r>
              <a:rPr lang="ko-KR" altLang="en-US" dirty="0"/>
              <a:t>컴퓨터 언어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5DF458-A6EF-B6CB-8748-3E9102D08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자연어 </a:t>
            </a:r>
            <a:r>
              <a:rPr lang="en-US" altLang="ko-KR" dirty="0"/>
              <a:t>(natural language) – 2</a:t>
            </a:r>
            <a:r>
              <a:rPr lang="ko-KR" altLang="en-US" dirty="0"/>
              <a:t>년 </a:t>
            </a:r>
            <a:r>
              <a:rPr lang="en-US" altLang="ko-KR" dirty="0"/>
              <a:t>~ 3</a:t>
            </a:r>
            <a:r>
              <a:rPr lang="ko-KR" altLang="en-US" dirty="0"/>
              <a:t>년</a:t>
            </a:r>
            <a:endParaRPr lang="en-US" altLang="ko-KR" dirty="0"/>
          </a:p>
          <a:p>
            <a:pPr>
              <a:buFontTx/>
              <a:buChar char="-"/>
            </a:pPr>
            <a:r>
              <a:rPr lang="ko-KR" altLang="en-US" dirty="0"/>
              <a:t>나는 너를 좋아한다</a:t>
            </a:r>
            <a:r>
              <a:rPr lang="en-US" altLang="ko-KR" dirty="0"/>
              <a:t>. </a:t>
            </a:r>
            <a:r>
              <a:rPr lang="ko-KR" altLang="en-US" dirty="0"/>
              <a:t>너를 나는 좋아한다</a:t>
            </a:r>
            <a:r>
              <a:rPr lang="en-US" altLang="ko-KR" dirty="0"/>
              <a:t>. </a:t>
            </a:r>
          </a:p>
          <a:p>
            <a:pPr>
              <a:buFontTx/>
              <a:buChar char="-"/>
            </a:pPr>
            <a:r>
              <a:rPr lang="en-US" altLang="ko-KR" dirty="0"/>
              <a:t>John like Jain. != Jain like John.</a:t>
            </a:r>
          </a:p>
          <a:p>
            <a:r>
              <a:rPr lang="ko-KR" altLang="en-US" dirty="0"/>
              <a:t>컴퓨터 언어 </a:t>
            </a:r>
            <a:r>
              <a:rPr lang="en-US" altLang="ko-KR" dirty="0"/>
              <a:t>(formal language) - </a:t>
            </a:r>
            <a:r>
              <a:rPr lang="ko-KR" altLang="en-US" dirty="0"/>
              <a:t>형식 언어 </a:t>
            </a:r>
            <a:r>
              <a:rPr lang="en-US" altLang="ko-KR" dirty="0"/>
              <a:t>– 1</a:t>
            </a:r>
            <a:r>
              <a:rPr lang="ko-KR" altLang="en-US" dirty="0"/>
              <a:t>년</a:t>
            </a:r>
            <a:endParaRPr lang="en-US" altLang="ko-KR" dirty="0"/>
          </a:p>
          <a:p>
            <a:r>
              <a:rPr lang="ko-KR" altLang="en-US" dirty="0"/>
              <a:t>자연어가 배우기 어려운 이유는</a:t>
            </a:r>
            <a:r>
              <a:rPr lang="en-US" altLang="ko-KR" dirty="0"/>
              <a:t>? Why?</a:t>
            </a:r>
          </a:p>
          <a:p>
            <a:pPr>
              <a:buFontTx/>
              <a:buChar char="-"/>
            </a:pPr>
            <a:r>
              <a:rPr lang="ko-KR" altLang="en-US" dirty="0"/>
              <a:t>예외가 너무 많다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252433-7290-52B1-E0F3-410D21893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D8114-1A45-4514-8917-FDD1176F6A3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4780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F07BFF-DB65-2150-137F-C0C20F3EF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자연어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83EA87-67B6-4CF8-DDCD-17DEE0AA0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자연어 </a:t>
            </a:r>
            <a:r>
              <a:rPr lang="en-US" altLang="ko-KR" dirty="0"/>
              <a:t>: 7000</a:t>
            </a:r>
            <a:r>
              <a:rPr lang="ko-KR" altLang="en-US" dirty="0"/>
              <a:t>여개 </a:t>
            </a:r>
            <a:endParaRPr lang="en-US" altLang="ko-KR" dirty="0"/>
          </a:p>
          <a:p>
            <a:r>
              <a:rPr lang="ko-KR" altLang="en-US" dirty="0"/>
              <a:t>컴퓨터 언어 </a:t>
            </a:r>
            <a:r>
              <a:rPr lang="en-US" altLang="ko-KR" dirty="0"/>
              <a:t>?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92541F-C58C-CF24-9101-D348BB6BA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D8114-1A45-4514-8917-FDD1176F6A3E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540F778-CACD-C073-C800-BC98EFF5A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90" y="679572"/>
            <a:ext cx="5849983" cy="5686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493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541FE-4ACA-9E7D-5FF6-C35FBE566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컴퓨터 언어 순위 </a:t>
            </a:r>
            <a:r>
              <a:rPr lang="en-US" altLang="ko-KR" dirty="0"/>
              <a:t>: www.tiobe.com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6D8617-6B58-141A-A93E-226CA7B4A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F9CDB3-C377-4B26-EC2F-EA421D2B4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D8114-1A45-4514-8917-FDD1176F6A3E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1010CDA-D314-C84E-4C51-6362A8EAC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278" y="1506614"/>
            <a:ext cx="10198286" cy="5091848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524F791F-EF45-E40E-72A3-064D592B352E}"/>
              </a:ext>
            </a:extLst>
          </p:cNvPr>
          <p:cNvSpPr/>
          <p:nvPr/>
        </p:nvSpPr>
        <p:spPr>
          <a:xfrm>
            <a:off x="5218545" y="1905136"/>
            <a:ext cx="1422399" cy="3913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D94DE0B-7745-B5CC-A246-A0FC62F97B6F}"/>
              </a:ext>
            </a:extLst>
          </p:cNvPr>
          <p:cNvSpPr/>
          <p:nvPr/>
        </p:nvSpPr>
        <p:spPr>
          <a:xfrm>
            <a:off x="5218545" y="2283803"/>
            <a:ext cx="1422399" cy="3913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E4A5BD6-97AF-3123-51AE-33B5A85C57F8}"/>
              </a:ext>
            </a:extLst>
          </p:cNvPr>
          <p:cNvSpPr/>
          <p:nvPr/>
        </p:nvSpPr>
        <p:spPr>
          <a:xfrm>
            <a:off x="5218544" y="3054863"/>
            <a:ext cx="1422399" cy="3913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CC119CF-E53A-738B-BBCE-EEFD061C8571}"/>
              </a:ext>
            </a:extLst>
          </p:cNvPr>
          <p:cNvSpPr/>
          <p:nvPr/>
        </p:nvSpPr>
        <p:spPr>
          <a:xfrm>
            <a:off x="5218544" y="3825923"/>
            <a:ext cx="1422399" cy="3913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343BAC1-CB5E-8745-D0A0-6791A43C8C88}"/>
              </a:ext>
            </a:extLst>
          </p:cNvPr>
          <p:cNvSpPr/>
          <p:nvPr/>
        </p:nvSpPr>
        <p:spPr>
          <a:xfrm>
            <a:off x="5218544" y="4596983"/>
            <a:ext cx="1422399" cy="3913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9534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8FCA36-E053-8E33-FE2F-245BDFBBF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알아야 되는 사이트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988DF3-6F82-A63E-22D9-C85E83871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Github</a:t>
            </a:r>
            <a:r>
              <a:rPr lang="en-US" altLang="ko-KR" dirty="0"/>
              <a:t>(</a:t>
            </a:r>
            <a:r>
              <a:rPr lang="ko-KR" altLang="en-US" dirty="0" err="1"/>
              <a:t>깃허브</a:t>
            </a:r>
            <a:r>
              <a:rPr lang="en-US" altLang="ko-KR" dirty="0"/>
              <a:t>), notion(</a:t>
            </a:r>
            <a:r>
              <a:rPr lang="ko-KR" altLang="en-US" dirty="0" err="1"/>
              <a:t>노션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전자우편주소</a:t>
            </a:r>
            <a:endParaRPr lang="en-US" altLang="ko-KR" dirty="0"/>
          </a:p>
          <a:p>
            <a:r>
              <a:rPr lang="en-US" altLang="ko-KR" dirty="0"/>
              <a:t>Gmail </a:t>
            </a:r>
            <a:r>
              <a:rPr lang="ko-KR" altLang="en-US" dirty="0"/>
              <a:t>만들기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 </a:t>
            </a:r>
            <a:r>
              <a:rPr lang="en-US" altLang="ko-KR" dirty="0">
                <a:hlinkClick r:id="rId2"/>
              </a:rPr>
              <a:t>hkdkjyhsy@gmail.com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356F16-9FB9-8BED-2BDB-F0C7A3F59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D8114-1A45-4514-8917-FDD1176F6A3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7817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0CEA4B-50B5-C38E-1B99-9B5013895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깃허브란</a:t>
            </a:r>
            <a:r>
              <a:rPr lang="en-US" altLang="ko-KR" dirty="0"/>
              <a:t>? </a:t>
            </a:r>
            <a:r>
              <a:rPr lang="ko-KR" altLang="en-US" dirty="0"/>
              <a:t>프로젝트 관리하는 사이트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530DED-E667-807F-26CE-979D42593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u="none" strike="noStrike" dirty="0" err="1">
                <a:effectLst/>
                <a:latin typeface="Arial" panose="020B0604020202020204" pitchFamily="34" charset="0"/>
              </a:rPr>
              <a:t>깃허브</a:t>
            </a:r>
            <a:r>
              <a:rPr lang="en-US" altLang="ko-KR" b="1" u="none" strike="noStrike" dirty="0">
                <a:effectLst/>
                <a:latin typeface="Arial" panose="020B0604020202020204" pitchFamily="34" charset="0"/>
              </a:rPr>
              <a:t>(GitHub)</a:t>
            </a:r>
            <a:endParaRPr lang="en-US" altLang="ko-KR" dirty="0">
              <a:latin typeface="Arial" panose="020B0604020202020204" pitchFamily="34" charset="0"/>
            </a:endParaRPr>
          </a:p>
          <a:p>
            <a:pPr>
              <a:buFontTx/>
              <a:buChar char="-"/>
            </a:pPr>
            <a:r>
              <a:rPr lang="ko-KR" altLang="en-US" b="0" u="none" strike="noStrike" dirty="0">
                <a:effectLst/>
                <a:latin typeface="Arial" panose="020B0604020202020204" pitchFamily="34" charset="0"/>
              </a:rPr>
              <a:t>전 세계 개발자들이 소프트웨어 </a:t>
            </a:r>
            <a:r>
              <a:rPr lang="ko-KR" altLang="en-US" b="1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소스 코드를 저장</a:t>
            </a:r>
            <a:r>
              <a:rPr lang="ko-KR" altLang="en-US" b="0" u="none" strike="noStrike" dirty="0">
                <a:effectLst/>
                <a:latin typeface="Arial" panose="020B0604020202020204" pitchFamily="34" charset="0"/>
              </a:rPr>
              <a:t>하고</a:t>
            </a:r>
            <a:r>
              <a:rPr lang="en-US" altLang="ko-KR" b="0" u="none" strike="noStrike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b="1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버전을 관리</a:t>
            </a:r>
            <a:r>
              <a:rPr lang="ko-KR" altLang="en-US" b="0" u="none" strike="noStrike" dirty="0">
                <a:effectLst/>
                <a:latin typeface="Arial" panose="020B0604020202020204" pitchFamily="34" charset="0"/>
              </a:rPr>
              <a:t>하며</a:t>
            </a:r>
            <a:r>
              <a:rPr lang="en-US" altLang="ko-KR" b="0" u="none" strike="noStrike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b="1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서로 협업</a:t>
            </a:r>
            <a:r>
              <a:rPr lang="ko-KR" altLang="en-US" b="0" u="none" strike="noStrike" dirty="0">
                <a:effectLst/>
                <a:latin typeface="Arial" panose="020B0604020202020204" pitchFamily="34" charset="0"/>
              </a:rPr>
              <a:t>할 수 있도록 돕는 </a:t>
            </a:r>
            <a:r>
              <a:rPr lang="ko-KR" altLang="en-US" b="1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세계 최대 규모의 웹 기반 개발 플랫폼</a:t>
            </a:r>
            <a:endParaRPr lang="en-US" altLang="ko-KR" dirty="0"/>
          </a:p>
          <a:p>
            <a:pPr>
              <a:buFontTx/>
              <a:buChar char="-"/>
            </a:pPr>
            <a:r>
              <a:rPr lang="ko-KR" altLang="en-US" dirty="0"/>
              <a:t>클라우드 기반의 </a:t>
            </a:r>
            <a:r>
              <a:rPr lang="en-US" altLang="ko-KR" dirty="0"/>
              <a:t>'</a:t>
            </a:r>
            <a:r>
              <a:rPr lang="ko-KR" altLang="en-US" dirty="0"/>
              <a:t>저장소</a:t>
            </a:r>
            <a:r>
              <a:rPr lang="en-US" altLang="ko-KR" b="1" dirty="0">
                <a:solidFill>
                  <a:srgbClr val="FF0000"/>
                </a:solidFill>
              </a:rPr>
              <a:t>(Repository)'</a:t>
            </a:r>
            <a:r>
              <a:rPr lang="ko-KR" altLang="en-US" dirty="0"/>
              <a:t>를 제공하여 언제 어디서나 코드에 접근하고 팀 프로젝트를 진행할 수 있음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446859-0D01-0E37-2527-B3A961F5E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D8114-1A45-4514-8917-FDD1176F6A3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6198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56F865-0742-A7D2-6E32-E56A1AC9E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깃허브에서</a:t>
            </a:r>
            <a:r>
              <a:rPr lang="ko-KR" altLang="en-US" dirty="0"/>
              <a:t> 홈페이지 만들기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2D30DB-8CF5-ACC5-405F-7E990A8BB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1.</a:t>
            </a:r>
            <a:r>
              <a:rPr lang="ko-KR" altLang="en-US" dirty="0"/>
              <a:t> </a:t>
            </a:r>
            <a:r>
              <a:rPr lang="ko-KR" altLang="en-US" dirty="0" err="1"/>
              <a:t>레포지토리</a:t>
            </a:r>
            <a:r>
              <a:rPr lang="ko-KR" altLang="en-US" dirty="0"/>
              <a:t> 만들기</a:t>
            </a:r>
            <a:endParaRPr lang="en-US" altLang="ko-KR" dirty="0"/>
          </a:p>
          <a:p>
            <a:r>
              <a:rPr lang="en-US" altLang="ko-KR" dirty="0"/>
              <a:t>2. index.html </a:t>
            </a:r>
            <a:r>
              <a:rPr lang="ko-KR" altLang="en-US" dirty="0"/>
              <a:t>부터 시작 </a:t>
            </a:r>
            <a:r>
              <a:rPr lang="en-US" altLang="ko-KR" dirty="0"/>
              <a:t>-&gt; </a:t>
            </a:r>
            <a:r>
              <a:rPr lang="ko-KR" altLang="en-US" dirty="0"/>
              <a:t>링크</a:t>
            </a:r>
            <a:r>
              <a:rPr lang="en-US" altLang="ko-KR" dirty="0"/>
              <a:t>, </a:t>
            </a:r>
            <a:r>
              <a:rPr lang="ko-KR" altLang="en-US" dirty="0"/>
              <a:t>링크</a:t>
            </a:r>
            <a:r>
              <a:rPr lang="en-US" altLang="ko-KR" dirty="0"/>
              <a:t>, </a:t>
            </a:r>
            <a:r>
              <a:rPr lang="ko-KR" altLang="en-US" dirty="0"/>
              <a:t>링크</a:t>
            </a:r>
            <a:r>
              <a:rPr lang="en-US" altLang="ko-KR" dirty="0"/>
              <a:t>…</a:t>
            </a:r>
          </a:p>
          <a:p>
            <a:pPr marL="0" indent="0">
              <a:buNone/>
            </a:pPr>
            <a:r>
              <a:rPr lang="en-US" altLang="ko-KR" dirty="0"/>
              <a:t>Html : hypertext markup language</a:t>
            </a:r>
          </a:p>
          <a:p>
            <a:pPr marL="0" indent="0">
              <a:buNone/>
            </a:pPr>
            <a:r>
              <a:rPr lang="en-US" altLang="ko-KR" dirty="0"/>
              <a:t>&lt;</a:t>
            </a:r>
            <a:r>
              <a:rPr lang="ko-KR" altLang="en-US" dirty="0"/>
              <a:t>시작태그</a:t>
            </a:r>
            <a:r>
              <a:rPr lang="en-US" altLang="ko-KR" dirty="0"/>
              <a:t>&gt; </a:t>
            </a:r>
            <a:r>
              <a:rPr lang="ko-KR" altLang="en-US" dirty="0"/>
              <a:t>항목 </a:t>
            </a:r>
            <a:r>
              <a:rPr lang="en-US" altLang="ko-KR" dirty="0"/>
              <a:t>&lt;/</a:t>
            </a:r>
            <a:r>
              <a:rPr lang="ko-KR" altLang="en-US" dirty="0" err="1"/>
              <a:t>닫는태그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6DE06D-4D7F-CBA2-479D-C7F209B6F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D8114-1A45-4514-8917-FDD1176F6A3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2827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D784BC-9854-C475-E607-426E5EEB6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7CC2BF-C4DD-0C8C-F1C8-AD859BD1FD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제일 많이 사용하는 에디터는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endParaRPr lang="en-US" altLang="ko-KR" dirty="0"/>
          </a:p>
          <a:p>
            <a:pPr lvl="1"/>
            <a:r>
              <a:rPr lang="en-US" altLang="ko-KR" dirty="0" err="1"/>
              <a:t>Vscode</a:t>
            </a:r>
            <a:endParaRPr lang="en-US" altLang="ko-KR" dirty="0"/>
          </a:p>
          <a:p>
            <a:r>
              <a:rPr lang="ko-KR" altLang="en-US" dirty="0"/>
              <a:t>회원 관리 </a:t>
            </a:r>
            <a:r>
              <a:rPr lang="en-US" altLang="ko-KR" dirty="0"/>
              <a:t>: Database – DBMS(DB management system)</a:t>
            </a:r>
          </a:p>
          <a:p>
            <a:r>
              <a:rPr lang="en-US" altLang="ko-KR" dirty="0"/>
              <a:t>Html : </a:t>
            </a:r>
            <a:r>
              <a:rPr lang="ko-KR" altLang="en-US" dirty="0"/>
              <a:t>기둥</a:t>
            </a:r>
            <a:r>
              <a:rPr lang="en-US" altLang="ko-KR" dirty="0"/>
              <a:t>, CSS(Cascade Style Sheet): </a:t>
            </a:r>
            <a:r>
              <a:rPr lang="ko-KR" altLang="en-US" dirty="0"/>
              <a:t>인테리어</a:t>
            </a:r>
            <a:endParaRPr lang="en-US" altLang="ko-KR" dirty="0"/>
          </a:p>
          <a:p>
            <a:r>
              <a:rPr lang="en-US" altLang="ko-KR" dirty="0"/>
              <a:t>JavaScript : </a:t>
            </a:r>
            <a:r>
              <a:rPr lang="ko-KR" altLang="en-US" dirty="0"/>
              <a:t>동적으로 홈페이지 관리</a:t>
            </a:r>
            <a:endParaRPr lang="en-US" altLang="ko-KR" dirty="0"/>
          </a:p>
          <a:p>
            <a:r>
              <a:rPr lang="ko-KR" altLang="en-US" dirty="0"/>
              <a:t>보안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4D8B5B-141C-373E-2B34-E45949B5D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D8114-1A45-4514-8917-FDD1176F6A3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8845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41D535-4A0E-F6C7-0B1C-64975F64F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5136CC-17BA-BC97-0198-B14D949AE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ko-KR" dirty="0"/>
              <a:t>&lt;!DOCTYPE html&gt;</a:t>
            </a:r>
          </a:p>
          <a:p>
            <a:pPr marL="0" indent="0">
              <a:buNone/>
            </a:pPr>
            <a:r>
              <a:rPr lang="en-US" altLang="ko-KR" dirty="0"/>
              <a:t>&lt;html lang="ko"&gt;</a:t>
            </a:r>
          </a:p>
          <a:p>
            <a:pPr marL="0" indent="0">
              <a:buNone/>
            </a:pPr>
            <a:r>
              <a:rPr lang="en-US" altLang="ko-KR" dirty="0"/>
              <a:t>&lt;head&gt;</a:t>
            </a:r>
          </a:p>
          <a:p>
            <a:pPr marL="0" indent="0">
              <a:buNone/>
            </a:pPr>
            <a:r>
              <a:rPr lang="en-US" altLang="ko-KR" dirty="0"/>
              <a:t>  &lt;meta charset="UTF-8"&gt;</a:t>
            </a:r>
          </a:p>
          <a:p>
            <a:pPr marL="0" indent="0">
              <a:buNone/>
            </a:pPr>
            <a:r>
              <a:rPr lang="en-US" altLang="ko-KR" dirty="0"/>
              <a:t>  &lt;title&gt;</a:t>
            </a:r>
            <a:r>
              <a:rPr lang="ko-KR" altLang="en-US" dirty="0"/>
              <a:t>나의 첫 홈페이지</a:t>
            </a:r>
            <a:r>
              <a:rPr lang="en-US" altLang="ko-KR" dirty="0"/>
              <a:t>&lt;/title&gt;</a:t>
            </a:r>
          </a:p>
          <a:p>
            <a:pPr marL="0" indent="0">
              <a:buNone/>
            </a:pPr>
            <a:r>
              <a:rPr lang="en-US" altLang="ko-KR" dirty="0"/>
              <a:t>&lt;/head&gt;</a:t>
            </a:r>
          </a:p>
          <a:p>
            <a:pPr marL="0" indent="0">
              <a:buNone/>
            </a:pPr>
            <a:r>
              <a:rPr lang="en-US" altLang="ko-KR" dirty="0"/>
              <a:t>&lt;body&gt;</a:t>
            </a:r>
          </a:p>
          <a:p>
            <a:pPr marL="0" indent="0">
              <a:buNone/>
            </a:pPr>
            <a:r>
              <a:rPr lang="en-US" altLang="ko-KR" dirty="0"/>
              <a:t>  &lt;h1&gt;</a:t>
            </a:r>
            <a:r>
              <a:rPr lang="ko-KR" altLang="en-US" dirty="0"/>
              <a:t>환영합니다</a:t>
            </a:r>
            <a:r>
              <a:rPr lang="en-US" altLang="ko-KR" dirty="0"/>
              <a:t>!&lt;/h1&gt;</a:t>
            </a:r>
          </a:p>
          <a:p>
            <a:pPr marL="0" indent="0">
              <a:buNone/>
            </a:pPr>
            <a:r>
              <a:rPr lang="en-US" altLang="ko-KR" dirty="0"/>
              <a:t>  &lt;p&gt; </a:t>
            </a:r>
            <a:r>
              <a:rPr lang="ko-KR" altLang="en-US" dirty="0" err="1"/>
              <a:t>앗싸</a:t>
            </a:r>
            <a:r>
              <a:rPr lang="en-US" altLang="ko-KR" dirty="0"/>
              <a:t>. </a:t>
            </a:r>
            <a:r>
              <a:rPr lang="ko-KR" altLang="en-US" dirty="0" err="1"/>
              <a:t>황소윤</a:t>
            </a:r>
            <a:r>
              <a:rPr lang="ko-KR" altLang="en-US" dirty="0"/>
              <a:t> 첫번째 홈페이지</a:t>
            </a:r>
            <a:r>
              <a:rPr lang="en-US" altLang="ko-KR" dirty="0"/>
              <a:t>.&lt;/p&gt;</a:t>
            </a:r>
          </a:p>
          <a:p>
            <a:pPr marL="0" indent="0">
              <a:buNone/>
            </a:pPr>
            <a:r>
              <a:rPr lang="en-US" altLang="ko-KR" dirty="0"/>
              <a:t>  &lt;a </a:t>
            </a:r>
            <a:r>
              <a:rPr lang="en-US" altLang="ko-KR" dirty="0" err="1"/>
              <a:t>href</a:t>
            </a:r>
            <a:r>
              <a:rPr lang="en-US" altLang="ko-KR" dirty="0"/>
              <a:t>=“https://www.naver.com”&gt;</a:t>
            </a:r>
            <a:r>
              <a:rPr lang="ko-KR" altLang="en-US" dirty="0"/>
              <a:t>네이버</a:t>
            </a:r>
            <a:r>
              <a:rPr lang="en-US" altLang="ko-KR" dirty="0"/>
              <a:t>&lt;/a&gt;</a:t>
            </a:r>
          </a:p>
          <a:p>
            <a:pPr marL="0" indent="0">
              <a:buNone/>
            </a:pPr>
            <a:r>
              <a:rPr lang="en-US" altLang="ko-KR" dirty="0"/>
              <a:t>&lt;/body&gt;</a:t>
            </a:r>
          </a:p>
          <a:p>
            <a:pPr marL="0" indent="0">
              <a:buNone/>
            </a:pPr>
            <a:r>
              <a:rPr lang="en-US" altLang="ko-KR" dirty="0"/>
              <a:t>&lt;/html&gt;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18C299-0C1B-77E9-E8C7-70FF1570E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D8114-1A45-4514-8917-FDD1176F6A3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3245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F2AA0C-E2BC-B8AD-DA83-62D24DDB1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IT </a:t>
            </a:r>
            <a:r>
              <a:rPr lang="ko-KR" altLang="en-US" dirty="0"/>
              <a:t>분야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038EA8-F09F-6F82-C669-DAB897231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Html, </a:t>
            </a:r>
            <a:r>
              <a:rPr lang="en-US" altLang="ko-KR" dirty="0" err="1"/>
              <a:t>css</a:t>
            </a:r>
            <a:r>
              <a:rPr lang="en-US" altLang="ko-KR" dirty="0"/>
              <a:t>, </a:t>
            </a:r>
            <a:r>
              <a:rPr lang="en-US" altLang="ko-KR" dirty="0" err="1"/>
              <a:t>js</a:t>
            </a:r>
            <a:r>
              <a:rPr lang="en-US" altLang="ko-KR" dirty="0"/>
              <a:t> + Photoshop : frontend</a:t>
            </a:r>
          </a:p>
          <a:p>
            <a:r>
              <a:rPr lang="en-US" altLang="ko-KR" dirty="0"/>
              <a:t>PHP, JSP,ASP + DB : Backend</a:t>
            </a:r>
          </a:p>
          <a:p>
            <a:pPr lvl="1"/>
            <a:r>
              <a:rPr lang="en-US" altLang="ko-KR" dirty="0"/>
              <a:t>Frontend +</a:t>
            </a:r>
            <a:r>
              <a:rPr lang="ko-KR" altLang="en-US" dirty="0"/>
              <a:t> </a:t>
            </a:r>
            <a:r>
              <a:rPr lang="en-US" altLang="ko-KR" dirty="0"/>
              <a:t>Backend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en-US" altLang="ko-KR" dirty="0" err="1"/>
              <a:t>FullStack</a:t>
            </a:r>
            <a:endParaRPr lang="en-US" altLang="ko-KR" dirty="0"/>
          </a:p>
          <a:p>
            <a:r>
              <a:rPr lang="en-US" altLang="ko-KR" dirty="0"/>
              <a:t>IoT ( Internet of Everything)	</a:t>
            </a:r>
          </a:p>
          <a:p>
            <a:r>
              <a:rPr lang="en-US" altLang="ko-KR" dirty="0"/>
              <a:t>SI : System Integration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1AE40E-E38D-AA6B-8A2F-4194DC8BE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D8114-1A45-4514-8917-FDD1176F6A3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4495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이온">
  <a:themeElements>
    <a:clrScheme name="이온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이온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이온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>
    <a:spDef>
      <a:spPr>
        <a:noFill/>
        <a:ln w="28575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189</TotalTime>
  <Words>389</Words>
  <Application>Microsoft Office PowerPoint</Application>
  <PresentationFormat>와이드스크린</PresentationFormat>
  <Paragraphs>74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맑은 고딕</vt:lpstr>
      <vt:lpstr>Arial</vt:lpstr>
      <vt:lpstr>Century Gothic</vt:lpstr>
      <vt:lpstr>Wingdings 3</vt:lpstr>
      <vt:lpstr>이온</vt:lpstr>
      <vt:lpstr>전공인턴쉽</vt:lpstr>
      <vt:lpstr>차례</vt:lpstr>
      <vt:lpstr>0. 준비 사항</vt:lpstr>
      <vt:lpstr>자연어 vs 컴퓨터 언어</vt:lpstr>
      <vt:lpstr>자연어</vt:lpstr>
      <vt:lpstr>컴퓨터 언어 순위 : www.tiobe.com</vt:lpstr>
      <vt:lpstr>알아야 되는 사이트</vt:lpstr>
      <vt:lpstr>깃허브란? 프로젝트 관리하는 사이트</vt:lpstr>
      <vt:lpstr>깃허브에서 홈페이지 만들기</vt:lpstr>
      <vt:lpstr>PowerPoint 프레젠테이션</vt:lpstr>
      <vt:lpstr>PowerPoint 프레젠테이션</vt:lpstr>
      <vt:lpstr>IT 분야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UC</dc:creator>
  <cp:lastModifiedBy>UC</cp:lastModifiedBy>
  <cp:revision>1</cp:revision>
  <dcterms:created xsi:type="dcterms:W3CDTF">2026-07-23T03:38:13Z</dcterms:created>
  <dcterms:modified xsi:type="dcterms:W3CDTF">2026-07-23T06:47:41Z</dcterms:modified>
</cp:coreProperties>
</file>